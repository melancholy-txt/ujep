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18" r:id="rId2"/>
    <p:sldId id="330" r:id="rId3"/>
    <p:sldId id="331" r:id="rId4"/>
    <p:sldId id="332" r:id="rId5"/>
    <p:sldId id="333" r:id="rId6"/>
  </p:sldIdLst>
  <p:sldSz cx="12188825" cy="6858000"/>
  <p:notesSz cx="6858000" cy="9144000"/>
  <p:custDataLst>
    <p:tags r:id="rId9"/>
  </p:custDataLst>
  <p:defaultTextStyle>
    <a:defPPr rtl="0"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Výchozí oddíl" id="{8DDAED66-B409-475B-B52C-162E2AA101BF}">
          <p14:sldIdLst>
            <p14:sldId id="318"/>
            <p14:sldId id="330"/>
            <p14:sldId id="331"/>
            <p14:sldId id="332"/>
            <p14:sldId id="33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orient="horz" pos="4030">
          <p15:clr>
            <a:srgbClr val="A4A3A4"/>
          </p15:clr>
        </p15:guide>
        <p15:guide id="3" orient="horz" pos="1152">
          <p15:clr>
            <a:srgbClr val="A4A3A4"/>
          </p15:clr>
        </p15:guide>
        <p15:guide id="4" orient="horz" pos="1018">
          <p15:clr>
            <a:srgbClr val="A4A3A4"/>
          </p15:clr>
        </p15:guide>
        <p15:guide id="5" orient="horz" pos="3886">
          <p15:clr>
            <a:srgbClr val="A4A3A4"/>
          </p15:clr>
        </p15:guide>
        <p15:guide id="6" orient="horz" pos="2928">
          <p15:clr>
            <a:srgbClr val="A4A3A4"/>
          </p15:clr>
        </p15:guide>
        <p15:guide id="7" orient="horz" pos="3072">
          <p15:clr>
            <a:srgbClr val="A4A3A4"/>
          </p15:clr>
        </p15:guide>
        <p15:guide id="8" orient="horz" pos="407">
          <p15:clr>
            <a:srgbClr val="A4A3A4"/>
          </p15:clr>
        </p15:guide>
        <p15:guide id="9" pos="3839">
          <p15:clr>
            <a:srgbClr val="A4A3A4"/>
          </p15:clr>
        </p15:guide>
        <p15:guide id="10" pos="959">
          <p15:clr>
            <a:srgbClr val="A4A3A4"/>
          </p15:clr>
        </p15:guide>
        <p15:guide id="11" pos="7151">
          <p15:clr>
            <a:srgbClr val="A4A3A4"/>
          </p15:clr>
        </p15:guide>
        <p15:guide id="12" pos="671">
          <p15:clr>
            <a:srgbClr val="A4A3A4"/>
          </p15:clr>
        </p15:guide>
        <p15:guide id="13" pos="4991">
          <p15:clr>
            <a:srgbClr val="A4A3A4"/>
          </p15:clr>
        </p15:guide>
        <p15:guide id="14" pos="70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8282"/>
    <a:srgbClr val="6E90FE"/>
    <a:srgbClr val="8086FC"/>
    <a:srgbClr val="6D6DFB"/>
    <a:srgbClr val="4E78F0"/>
    <a:srgbClr val="F0932C"/>
    <a:srgbClr val="92C610"/>
    <a:srgbClr val="9FD812"/>
    <a:srgbClr val="E05F2C"/>
    <a:srgbClr val="0ABEB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22C21E3-E93B-456A-A4EB-E52CD1EAB4DC}" v="19" dt="2025-11-17T16:46:49.455"/>
  </p1510:revLst>
</p1510:revInfo>
</file>

<file path=ppt/tableStyles.xml><?xml version="1.0" encoding="utf-8"?>
<a:tblStyleLst xmlns:a="http://schemas.openxmlformats.org/drawingml/2006/main" def="{69CF1AB2-1976-4502-BF36-3FF5EA218861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29" autoAdjust="0"/>
  </p:normalViewPr>
  <p:slideViewPr>
    <p:cSldViewPr showGuides="1">
      <p:cViewPr varScale="1">
        <p:scale>
          <a:sx n="75" d="100"/>
          <a:sy n="75" d="100"/>
        </p:scale>
        <p:origin x="58" y="389"/>
      </p:cViewPr>
      <p:guideLst>
        <p:guide orient="horz" pos="2160"/>
        <p:guide orient="horz" pos="4030"/>
        <p:guide orient="horz" pos="1152"/>
        <p:guide orient="horz" pos="1018"/>
        <p:guide orient="horz" pos="3886"/>
        <p:guide orient="horz" pos="2928"/>
        <p:guide orient="horz" pos="3072"/>
        <p:guide orient="horz" pos="407"/>
        <p:guide pos="3839"/>
        <p:guide pos="959"/>
        <p:guide pos="7151"/>
        <p:guide pos="671"/>
        <p:guide pos="4991"/>
        <p:guide pos="70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70" d="100"/>
          <a:sy n="70" d="100"/>
        </p:scale>
        <p:origin x="4134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tags" Target="tags/tag1.xml"/><Relationship Id="rId14" Type="http://schemas.microsoft.com/office/2015/10/relationships/revisionInfo" Target="revisionInfo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r4p3\Downloads\rad&#237;lek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cs-CZ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pivotSource>
    <c:name>[radílek.xlsx]List4!Kontingenční tabulka10</c:name>
    <c:fmtId val="6"/>
  </c:pivotSource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cap="all" spc="120" normalizeH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cs-CZ"/>
        </a:p>
      </c:tx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diamond"/>
          <c:size val="6"/>
          <c:spPr>
            <a:solidFill>
              <a:schemeClr val="accent1"/>
            </a:solidFill>
            <a:ln w="9525">
              <a:solidFill>
                <a:schemeClr val="accent1"/>
              </a:solidFill>
              <a:round/>
            </a:ln>
            <a:effectLst/>
          </c:spPr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spPr>
            <a:noFill/>
            <a:ln>
              <a:noFill/>
            </a:ln>
            <a:effectLst/>
          </c:spPr>
          <c:txPr>
            <a:bodyPr rot="-5400000" spcFirstLastPara="1" vertOverflow="clip" horzOverflow="clip" vert="horz" wrap="square" lIns="38100" tIns="19050" rIns="38100" bIns="19050" anchor="ctr" anchorCtr="1">
              <a:spAutoFit/>
            </a:bodyPr>
            <a:lstStyle/>
            <a:p>
              <a:pPr>
                <a:defRPr sz="800" b="0" i="0" u="none" strike="noStrike" kern="1200" baseline="0">
                  <a:solidFill>
                    <a:schemeClr val="tx1">
                      <a:lumMod val="50000"/>
                      <a:lumOff val="50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cs-CZ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extLst>
            <c:ext xmlns:c15="http://schemas.microsoft.com/office/drawing/2012/chart" uri="{CE6537A1-D6FC-4f65-9D91-7224C49458BB}"/>
          </c:extLst>
        </c:dLbl>
      </c:pivotFmt>
    </c:pivotFmts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List4!$B$3</c:f>
              <c:strCache>
                <c:ptCount val="1"/>
                <c:pt idx="0">
                  <c:v>Celkem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0"/>
              <c:tx>
                <c:rich>
                  <a:bodyPr rot="-5400000" spcFirstLastPara="1" vertOverflow="clip" horzOverflow="clip" vert="horz" wrap="square" lIns="38100" tIns="19050" rIns="38100" bIns="19050" anchor="ctr" anchorCtr="1">
                    <a:spAutoFit/>
                  </a:bodyPr>
                  <a:lstStyle/>
                  <a:p>
                    <a:pPr>
                      <a:defRPr sz="1600" b="0" i="0" u="none" strike="noStrike" kern="1200" baseline="0"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69634210-7094-44B2-937E-0B6025A04AA4}" type="VALUE">
                      <a:rPr lang="en-US" sz="1600"/>
                      <a:pPr>
                        <a:defRPr sz="1600"/>
                      </a:pPr>
                      <a:t>[HODNOTA]</a:t>
                    </a:fld>
                    <a:endParaRPr lang="cs-CZ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-5400000" spcFirstLastPara="1" vertOverflow="clip" horzOverflow="clip" vert="horz" wrap="square" lIns="38100" tIns="19050" rIns="38100" bIns="19050" anchor="ctr" anchorCtr="1">
                  <a:spAutoFit/>
                </a:bodyPr>
                <a:lstStyle/>
                <a:p>
                  <a:pPr>
                    <a:defRPr sz="1600" b="0" i="0" u="none" strike="noStrike" kern="1200" baseline="0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cs-CZ"/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>
                    <c:manualLayout>
                      <c:w val="6.8959999186148244E-2"/>
                      <c:h val="0.10577307649577396"/>
                    </c:manualLayout>
                  </c15:layout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AD67-4A2B-BE81-E0A822A354B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-540000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600" b="0" i="0" u="none" strike="noStrike" kern="1200" baseline="0">
                    <a:solidFill>
                      <a:schemeClr val="tx1">
                        <a:lumMod val="50000"/>
                        <a:lumOff val="50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cs-CZ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List4!$A$4:$A$9</c:f>
              <c:strCache>
                <c:ptCount val="5"/>
                <c:pt idx="0">
                  <c:v>Jižní Čechy</c:v>
                </c:pt>
                <c:pt idx="1">
                  <c:v>Severní Čechy</c:v>
                </c:pt>
                <c:pt idx="2">
                  <c:v>Praha</c:v>
                </c:pt>
                <c:pt idx="3">
                  <c:v>Západní Čechy</c:v>
                </c:pt>
                <c:pt idx="4">
                  <c:v>Východní Čechy</c:v>
                </c:pt>
              </c:strCache>
            </c:strRef>
          </c:cat>
          <c:val>
            <c:numRef>
              <c:f>List4!$B$4:$B$9</c:f>
              <c:numCache>
                <c:formatCode>0%</c:formatCode>
                <c:ptCount val="5"/>
                <c:pt idx="0">
                  <c:v>1.375</c:v>
                </c:pt>
                <c:pt idx="1">
                  <c:v>1.3333333333333333</c:v>
                </c:pt>
                <c:pt idx="2">
                  <c:v>0.75</c:v>
                </c:pt>
                <c:pt idx="3">
                  <c:v>0.75</c:v>
                </c:pt>
                <c:pt idx="4">
                  <c:v>0.5625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D67-4A2B-BE81-E0A822A354B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444"/>
        <c:overlap val="-90"/>
        <c:axId val="1217296416"/>
        <c:axId val="1217291016"/>
      </c:barChart>
      <c:catAx>
        <c:axId val="12172964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cap="all" spc="120" normalizeH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217291016"/>
        <c:crosses val="autoZero"/>
        <c:auto val="1"/>
        <c:lblAlgn val="ctr"/>
        <c:lblOffset val="100"/>
        <c:noMultiLvlLbl val="0"/>
      </c:catAx>
      <c:valAx>
        <c:axId val="1217291016"/>
        <c:scaling>
          <c:orientation val="minMax"/>
        </c:scaling>
        <c:delete val="0"/>
        <c:axPos val="l"/>
        <c:minorGridlines>
          <c:spPr>
            <a:ln>
              <a:solidFill>
                <a:schemeClr val="tx1">
                  <a:lumMod val="5000"/>
                  <a:lumOff val="95000"/>
                </a:schemeClr>
              </a:solidFill>
            </a:ln>
            <a:effectLst/>
          </c:spPr>
        </c:minorGridlines>
        <c:numFmt formatCode="0%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dk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cs-CZ"/>
          </a:p>
        </c:txPr>
        <c:crossAx val="121729641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cs-CZ"/>
    </a:p>
  </c:txPr>
  <c:externalData r:id="rId3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0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 cap="all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800" kern="1200" cap="all" spc="120" normalizeH="0" baseline="0"/>
  </cs:categoryAxis>
  <cs:chartArea mods="allowNoFillOverride allowNoLineOverride">
    <cs:lnRef idx="0"/>
    <cs:fillRef idx="0"/>
    <cs:effectRef idx="0"/>
    <cs:fontRef idx="minor">
      <a:schemeClr val="dk1"/>
    </cs:fontRef>
    <cs:spPr>
      <a:solidFill>
        <a:schemeClr val="lt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50000"/>
        <a:lumOff val="50000"/>
      </a:schemeClr>
    </cs:fontRef>
    <cs:defRPr sz="800" b="0" i="0" u="none" strike="noStrike" kern="1200" baseline="0"/>
    <cs:bodyPr rot="-5400000" spcFirstLastPara="1" vertOverflow="clip" horzOverflow="clip" vert="horz" wrap="square" lIns="38100" tIns="19050" rIns="38100" bIns="19050" anchor="ctr" anchorCtr="1">
      <a:spAutoFit/>
    </cs:bodyPr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22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9525">
        <a:solidFill>
          <a:schemeClr val="phClr"/>
        </a:solidFill>
        <a:round/>
      </a:ln>
    </cs:spPr>
  </cs:dataPointMarker>
  <cs:dataPointMarkerLayout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75000"/>
          <a:lumOff val="25000"/>
        </a:schemeClr>
      </a:solidFill>
      <a:ln w="9525">
        <a:solidFill>
          <a:schemeClr val="tx1">
            <a:lumMod val="15000"/>
            <a:lumOff val="8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tx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50000"/>
            <a:lumOff val="50000"/>
          </a:schemeClr>
        </a:solidFill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dk1"/>
    </cs:fontRef>
  </cs:plotArea>
  <cs:plotArea3D mods="allowNoFillOverride allowNoLineOverride"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cap="all" spc="120" normalizeH="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8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6" Type="http://schemas.openxmlformats.org/officeDocument/2006/relationships/image" Target="../media/image9.svg"/><Relationship Id="rId5" Type="http://schemas.openxmlformats.org/officeDocument/2006/relationships/image" Target="../media/image8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765FFC2-304D-42FD-9E2A-1E4A4490938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FFE77727-A2B7-4C26-B82A-3163AFC5F084}">
      <dgm:prSet/>
      <dgm:spPr/>
      <dgm:t>
        <a:bodyPr/>
        <a:lstStyle/>
        <a:p>
          <a:r>
            <a:rPr lang="cs-CZ"/>
            <a:t>Celkový cíl: </a:t>
          </a:r>
          <a:r>
            <a:rPr lang="cs-CZ" b="1"/>
            <a:t>102</a:t>
          </a:r>
          <a:r>
            <a:rPr lang="cs-CZ"/>
            <a:t> karet</a:t>
          </a:r>
          <a:endParaRPr lang="en-US"/>
        </a:p>
      </dgm:t>
    </dgm:pt>
    <dgm:pt modelId="{20FEBD8F-3FE8-4B65-B715-D303E1641ECC}" type="parTrans" cxnId="{0F753F8A-796E-465F-851E-22BD17C77049}">
      <dgm:prSet/>
      <dgm:spPr/>
      <dgm:t>
        <a:bodyPr/>
        <a:lstStyle/>
        <a:p>
          <a:endParaRPr lang="en-US"/>
        </a:p>
      </dgm:t>
    </dgm:pt>
    <dgm:pt modelId="{E868A2B7-2E43-4EFC-8274-410575BBEAB5}" type="sibTrans" cxnId="{0F753F8A-796E-465F-851E-22BD17C77049}">
      <dgm:prSet/>
      <dgm:spPr/>
      <dgm:t>
        <a:bodyPr/>
        <a:lstStyle/>
        <a:p>
          <a:endParaRPr lang="en-US"/>
        </a:p>
      </dgm:t>
    </dgm:pt>
    <dgm:pt modelId="{C3703D52-88A0-44B2-95A8-02181F71AC5F}">
      <dgm:prSet/>
      <dgm:spPr/>
      <dgm:t>
        <a:bodyPr/>
        <a:lstStyle/>
        <a:p>
          <a:r>
            <a:rPr lang="cs-CZ"/>
            <a:t>Prodáno: </a:t>
          </a:r>
          <a:r>
            <a:rPr lang="cs-CZ" b="1"/>
            <a:t>86 </a:t>
          </a:r>
          <a:r>
            <a:rPr lang="cs-CZ"/>
            <a:t>karet</a:t>
          </a:r>
          <a:endParaRPr lang="en-US"/>
        </a:p>
      </dgm:t>
    </dgm:pt>
    <dgm:pt modelId="{512FBDC0-1B0D-42C3-AC7F-F3207DEAB133}" type="parTrans" cxnId="{22433AF2-D9DB-4ABA-A135-6E961567A0CC}">
      <dgm:prSet/>
      <dgm:spPr/>
      <dgm:t>
        <a:bodyPr/>
        <a:lstStyle/>
        <a:p>
          <a:endParaRPr lang="en-US"/>
        </a:p>
      </dgm:t>
    </dgm:pt>
    <dgm:pt modelId="{89865DC5-AED7-4923-B044-D57E9D3FCBF3}" type="sibTrans" cxnId="{22433AF2-D9DB-4ABA-A135-6E961567A0CC}">
      <dgm:prSet/>
      <dgm:spPr/>
      <dgm:t>
        <a:bodyPr/>
        <a:lstStyle/>
        <a:p>
          <a:endParaRPr lang="en-US"/>
        </a:p>
      </dgm:t>
    </dgm:pt>
    <dgm:pt modelId="{36825AF1-823D-4EDE-9838-E4D3371B05EE}">
      <dgm:prSet/>
      <dgm:spPr/>
      <dgm:t>
        <a:bodyPr/>
        <a:lstStyle/>
        <a:p>
          <a:r>
            <a:rPr lang="cs-CZ" dirty="0"/>
            <a:t>Plnění: </a:t>
          </a:r>
          <a:r>
            <a:rPr lang="cs-CZ" b="1" dirty="0"/>
            <a:t>84%</a:t>
          </a:r>
          <a:endParaRPr lang="en-US" dirty="0"/>
        </a:p>
      </dgm:t>
    </dgm:pt>
    <dgm:pt modelId="{E4C8C71C-8F64-4214-AAF4-9284C091398F}" type="parTrans" cxnId="{073C6384-E452-4579-80C5-F469695E5724}">
      <dgm:prSet/>
      <dgm:spPr/>
      <dgm:t>
        <a:bodyPr/>
        <a:lstStyle/>
        <a:p>
          <a:endParaRPr lang="en-US"/>
        </a:p>
      </dgm:t>
    </dgm:pt>
    <dgm:pt modelId="{554FAB8F-B1F6-4892-AD3D-FC9E0DA6F1B4}" type="sibTrans" cxnId="{073C6384-E452-4579-80C5-F469695E5724}">
      <dgm:prSet/>
      <dgm:spPr/>
      <dgm:t>
        <a:bodyPr/>
        <a:lstStyle/>
        <a:p>
          <a:endParaRPr lang="en-US"/>
        </a:p>
      </dgm:t>
    </dgm:pt>
    <dgm:pt modelId="{150C51E5-ABBE-4149-B583-DBB026AF61D6}" type="pres">
      <dgm:prSet presAssocID="{4765FFC2-304D-42FD-9E2A-1E4A4490938C}" presName="root" presStyleCnt="0">
        <dgm:presLayoutVars>
          <dgm:dir/>
          <dgm:resizeHandles val="exact"/>
        </dgm:presLayoutVars>
      </dgm:prSet>
      <dgm:spPr/>
    </dgm:pt>
    <dgm:pt modelId="{D0A619D8-B08C-4A79-BD13-8EE6B64E459F}" type="pres">
      <dgm:prSet presAssocID="{FFE77727-A2B7-4C26-B82A-3163AFC5F084}" presName="compNode" presStyleCnt="0"/>
      <dgm:spPr/>
    </dgm:pt>
    <dgm:pt modelId="{BF896B70-D605-4D77-BDFE-323269EDD07E}" type="pres">
      <dgm:prSet presAssocID="{FFE77727-A2B7-4C26-B82A-3163AFC5F084}" presName="bgRect" presStyleLbl="bgShp" presStyleIdx="0" presStyleCnt="3"/>
      <dgm:spPr/>
    </dgm:pt>
    <dgm:pt modelId="{3FE3D409-6B7D-4838-B358-6C3BDB709C15}" type="pres">
      <dgm:prSet presAssocID="{FFE77727-A2B7-4C26-B82A-3163AFC5F08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efa do černého"/>
        </a:ext>
      </dgm:extLst>
    </dgm:pt>
    <dgm:pt modelId="{CA6507D4-C0B4-4C89-BFDA-E435DD8C767A}" type="pres">
      <dgm:prSet presAssocID="{FFE77727-A2B7-4C26-B82A-3163AFC5F084}" presName="spaceRect" presStyleCnt="0"/>
      <dgm:spPr/>
    </dgm:pt>
    <dgm:pt modelId="{0C7C01AD-FCE9-489B-AB59-2B1D6FB38AB3}" type="pres">
      <dgm:prSet presAssocID="{FFE77727-A2B7-4C26-B82A-3163AFC5F084}" presName="parTx" presStyleLbl="revTx" presStyleIdx="0" presStyleCnt="3">
        <dgm:presLayoutVars>
          <dgm:chMax val="0"/>
          <dgm:chPref val="0"/>
        </dgm:presLayoutVars>
      </dgm:prSet>
      <dgm:spPr/>
    </dgm:pt>
    <dgm:pt modelId="{52AC2F2E-2E26-4D8D-835F-4D6043032665}" type="pres">
      <dgm:prSet presAssocID="{E868A2B7-2E43-4EFC-8274-410575BBEAB5}" presName="sibTrans" presStyleCnt="0"/>
      <dgm:spPr/>
    </dgm:pt>
    <dgm:pt modelId="{D388CA27-4883-44D2-8478-E2CF1EA08275}" type="pres">
      <dgm:prSet presAssocID="{C3703D52-88A0-44B2-95A8-02181F71AC5F}" presName="compNode" presStyleCnt="0"/>
      <dgm:spPr/>
    </dgm:pt>
    <dgm:pt modelId="{7E376DF5-BCAA-4134-A795-91D19168B11E}" type="pres">
      <dgm:prSet presAssocID="{C3703D52-88A0-44B2-95A8-02181F71AC5F}" presName="bgRect" presStyleLbl="bgShp" presStyleIdx="1" presStyleCnt="3"/>
      <dgm:spPr/>
    </dgm:pt>
    <dgm:pt modelId="{F0D2B232-7919-4364-B00C-CA30A2B924D1}" type="pres">
      <dgm:prSet presAssocID="{C3703D52-88A0-44B2-95A8-02181F71AC5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edit card"/>
        </a:ext>
      </dgm:extLst>
    </dgm:pt>
    <dgm:pt modelId="{01491A48-10CC-4270-B55A-0285C1EB757E}" type="pres">
      <dgm:prSet presAssocID="{C3703D52-88A0-44B2-95A8-02181F71AC5F}" presName="spaceRect" presStyleCnt="0"/>
      <dgm:spPr/>
    </dgm:pt>
    <dgm:pt modelId="{3238EE6D-5646-448C-B545-00FDEEAC4239}" type="pres">
      <dgm:prSet presAssocID="{C3703D52-88A0-44B2-95A8-02181F71AC5F}" presName="parTx" presStyleLbl="revTx" presStyleIdx="1" presStyleCnt="3">
        <dgm:presLayoutVars>
          <dgm:chMax val="0"/>
          <dgm:chPref val="0"/>
        </dgm:presLayoutVars>
      </dgm:prSet>
      <dgm:spPr/>
    </dgm:pt>
    <dgm:pt modelId="{3EDF3426-A55F-4A11-AE9B-778B83A07A5F}" type="pres">
      <dgm:prSet presAssocID="{89865DC5-AED7-4923-B044-D57E9D3FCBF3}" presName="sibTrans" presStyleCnt="0"/>
      <dgm:spPr/>
    </dgm:pt>
    <dgm:pt modelId="{DC514A50-8D10-4CFB-8D45-CF43A2634AC0}" type="pres">
      <dgm:prSet presAssocID="{36825AF1-823D-4EDE-9838-E4D3371B05EE}" presName="compNode" presStyleCnt="0"/>
      <dgm:spPr/>
    </dgm:pt>
    <dgm:pt modelId="{7CA86AC2-0E8A-41DC-9CA6-5175BA036161}" type="pres">
      <dgm:prSet presAssocID="{36825AF1-823D-4EDE-9838-E4D3371B05EE}" presName="bgRect" presStyleLbl="bgShp" presStyleIdx="2" presStyleCnt="3"/>
      <dgm:spPr/>
    </dgm:pt>
    <dgm:pt modelId="{569E699F-4F7B-444F-928B-418AC5E228B9}" type="pres">
      <dgm:prSet presAssocID="{36825AF1-823D-4EDE-9838-E4D3371B05EE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Zaškrtnutí"/>
        </a:ext>
      </dgm:extLst>
    </dgm:pt>
    <dgm:pt modelId="{2C564D71-4396-4C86-A960-AC8B57B7E981}" type="pres">
      <dgm:prSet presAssocID="{36825AF1-823D-4EDE-9838-E4D3371B05EE}" presName="spaceRect" presStyleCnt="0"/>
      <dgm:spPr/>
    </dgm:pt>
    <dgm:pt modelId="{3DF5A495-E39F-43BD-8237-9B6815C19AF5}" type="pres">
      <dgm:prSet presAssocID="{36825AF1-823D-4EDE-9838-E4D3371B05EE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F1BFD126-880A-4BDC-B0ED-23FD9D0ACF18}" type="presOf" srcId="{4765FFC2-304D-42FD-9E2A-1E4A4490938C}" destId="{150C51E5-ABBE-4149-B583-DBB026AF61D6}" srcOrd="0" destOrd="0" presId="urn:microsoft.com/office/officeart/2018/2/layout/IconVerticalSolidList"/>
    <dgm:cxn modelId="{2EE9C435-F97C-47DC-A551-64F4D4D3ADDC}" type="presOf" srcId="{FFE77727-A2B7-4C26-B82A-3163AFC5F084}" destId="{0C7C01AD-FCE9-489B-AB59-2B1D6FB38AB3}" srcOrd="0" destOrd="0" presId="urn:microsoft.com/office/officeart/2018/2/layout/IconVerticalSolidList"/>
    <dgm:cxn modelId="{4AE2DD5F-323E-4ABD-8B90-3795C7AE3298}" type="presOf" srcId="{C3703D52-88A0-44B2-95A8-02181F71AC5F}" destId="{3238EE6D-5646-448C-B545-00FDEEAC4239}" srcOrd="0" destOrd="0" presId="urn:microsoft.com/office/officeart/2018/2/layout/IconVerticalSolidList"/>
    <dgm:cxn modelId="{073C6384-E452-4579-80C5-F469695E5724}" srcId="{4765FFC2-304D-42FD-9E2A-1E4A4490938C}" destId="{36825AF1-823D-4EDE-9838-E4D3371B05EE}" srcOrd="2" destOrd="0" parTransId="{E4C8C71C-8F64-4214-AAF4-9284C091398F}" sibTransId="{554FAB8F-B1F6-4892-AD3D-FC9E0DA6F1B4}"/>
    <dgm:cxn modelId="{0F753F8A-796E-465F-851E-22BD17C77049}" srcId="{4765FFC2-304D-42FD-9E2A-1E4A4490938C}" destId="{FFE77727-A2B7-4C26-B82A-3163AFC5F084}" srcOrd="0" destOrd="0" parTransId="{20FEBD8F-3FE8-4B65-B715-D303E1641ECC}" sibTransId="{E868A2B7-2E43-4EFC-8274-410575BBEAB5}"/>
    <dgm:cxn modelId="{AF048F8B-BE34-4864-8B77-1F2EA7F59DC2}" type="presOf" srcId="{36825AF1-823D-4EDE-9838-E4D3371B05EE}" destId="{3DF5A495-E39F-43BD-8237-9B6815C19AF5}" srcOrd="0" destOrd="0" presId="urn:microsoft.com/office/officeart/2018/2/layout/IconVerticalSolidList"/>
    <dgm:cxn modelId="{22433AF2-D9DB-4ABA-A135-6E961567A0CC}" srcId="{4765FFC2-304D-42FD-9E2A-1E4A4490938C}" destId="{C3703D52-88A0-44B2-95A8-02181F71AC5F}" srcOrd="1" destOrd="0" parTransId="{512FBDC0-1B0D-42C3-AC7F-F3207DEAB133}" sibTransId="{89865DC5-AED7-4923-B044-D57E9D3FCBF3}"/>
    <dgm:cxn modelId="{DB320118-8600-45B6-8D97-49B343919449}" type="presParOf" srcId="{150C51E5-ABBE-4149-B583-DBB026AF61D6}" destId="{D0A619D8-B08C-4A79-BD13-8EE6B64E459F}" srcOrd="0" destOrd="0" presId="urn:microsoft.com/office/officeart/2018/2/layout/IconVerticalSolidList"/>
    <dgm:cxn modelId="{EFF0706D-EFE3-47E5-9D1A-356507A73D1D}" type="presParOf" srcId="{D0A619D8-B08C-4A79-BD13-8EE6B64E459F}" destId="{BF896B70-D605-4D77-BDFE-323269EDD07E}" srcOrd="0" destOrd="0" presId="urn:microsoft.com/office/officeart/2018/2/layout/IconVerticalSolidList"/>
    <dgm:cxn modelId="{260A6F27-CC7A-47EA-A93D-53085B7D0E63}" type="presParOf" srcId="{D0A619D8-B08C-4A79-BD13-8EE6B64E459F}" destId="{3FE3D409-6B7D-4838-B358-6C3BDB709C15}" srcOrd="1" destOrd="0" presId="urn:microsoft.com/office/officeart/2018/2/layout/IconVerticalSolidList"/>
    <dgm:cxn modelId="{5C0F77EB-850C-4476-8181-F6C202008210}" type="presParOf" srcId="{D0A619D8-B08C-4A79-BD13-8EE6B64E459F}" destId="{CA6507D4-C0B4-4C89-BFDA-E435DD8C767A}" srcOrd="2" destOrd="0" presId="urn:microsoft.com/office/officeart/2018/2/layout/IconVerticalSolidList"/>
    <dgm:cxn modelId="{76D340A5-64AC-483A-8023-E18D8E5ABCB9}" type="presParOf" srcId="{D0A619D8-B08C-4A79-BD13-8EE6B64E459F}" destId="{0C7C01AD-FCE9-489B-AB59-2B1D6FB38AB3}" srcOrd="3" destOrd="0" presId="urn:microsoft.com/office/officeart/2018/2/layout/IconVerticalSolidList"/>
    <dgm:cxn modelId="{6AA21819-B763-45FF-8B9E-195B42416847}" type="presParOf" srcId="{150C51E5-ABBE-4149-B583-DBB026AF61D6}" destId="{52AC2F2E-2E26-4D8D-835F-4D6043032665}" srcOrd="1" destOrd="0" presId="urn:microsoft.com/office/officeart/2018/2/layout/IconVerticalSolidList"/>
    <dgm:cxn modelId="{AD437210-955A-489E-9AAF-FD2AC04BF2EC}" type="presParOf" srcId="{150C51E5-ABBE-4149-B583-DBB026AF61D6}" destId="{D388CA27-4883-44D2-8478-E2CF1EA08275}" srcOrd="2" destOrd="0" presId="urn:microsoft.com/office/officeart/2018/2/layout/IconVerticalSolidList"/>
    <dgm:cxn modelId="{BAA35712-44C0-443F-BFDB-3309851F2E83}" type="presParOf" srcId="{D388CA27-4883-44D2-8478-E2CF1EA08275}" destId="{7E376DF5-BCAA-4134-A795-91D19168B11E}" srcOrd="0" destOrd="0" presId="urn:microsoft.com/office/officeart/2018/2/layout/IconVerticalSolidList"/>
    <dgm:cxn modelId="{537B2F0A-4E28-4EEF-AE75-F70A28580D36}" type="presParOf" srcId="{D388CA27-4883-44D2-8478-E2CF1EA08275}" destId="{F0D2B232-7919-4364-B00C-CA30A2B924D1}" srcOrd="1" destOrd="0" presId="urn:microsoft.com/office/officeart/2018/2/layout/IconVerticalSolidList"/>
    <dgm:cxn modelId="{8EA1D916-DEEC-4EA3-BBAE-1A86D0358F2E}" type="presParOf" srcId="{D388CA27-4883-44D2-8478-E2CF1EA08275}" destId="{01491A48-10CC-4270-B55A-0285C1EB757E}" srcOrd="2" destOrd="0" presId="urn:microsoft.com/office/officeart/2018/2/layout/IconVerticalSolidList"/>
    <dgm:cxn modelId="{E2671D5E-A438-47AF-9765-972D9B425BC9}" type="presParOf" srcId="{D388CA27-4883-44D2-8478-E2CF1EA08275}" destId="{3238EE6D-5646-448C-B545-00FDEEAC4239}" srcOrd="3" destOrd="0" presId="urn:microsoft.com/office/officeart/2018/2/layout/IconVerticalSolidList"/>
    <dgm:cxn modelId="{0DCB8E6B-C436-4D84-B2C8-1BFC90C6867E}" type="presParOf" srcId="{150C51E5-ABBE-4149-B583-DBB026AF61D6}" destId="{3EDF3426-A55F-4A11-AE9B-778B83A07A5F}" srcOrd="3" destOrd="0" presId="urn:microsoft.com/office/officeart/2018/2/layout/IconVerticalSolidList"/>
    <dgm:cxn modelId="{5EF062BC-6C80-46F7-98F9-3C7EE6D9F9E2}" type="presParOf" srcId="{150C51E5-ABBE-4149-B583-DBB026AF61D6}" destId="{DC514A50-8D10-4CFB-8D45-CF43A2634AC0}" srcOrd="4" destOrd="0" presId="urn:microsoft.com/office/officeart/2018/2/layout/IconVerticalSolidList"/>
    <dgm:cxn modelId="{1D1D6CAC-846A-41F5-AEA2-3C979074722F}" type="presParOf" srcId="{DC514A50-8D10-4CFB-8D45-CF43A2634AC0}" destId="{7CA86AC2-0E8A-41DC-9CA6-5175BA036161}" srcOrd="0" destOrd="0" presId="urn:microsoft.com/office/officeart/2018/2/layout/IconVerticalSolidList"/>
    <dgm:cxn modelId="{544CB523-BF51-4424-9D1A-2F54B091781C}" type="presParOf" srcId="{DC514A50-8D10-4CFB-8D45-CF43A2634AC0}" destId="{569E699F-4F7B-444F-928B-418AC5E228B9}" srcOrd="1" destOrd="0" presId="urn:microsoft.com/office/officeart/2018/2/layout/IconVerticalSolidList"/>
    <dgm:cxn modelId="{E0CD3859-68F3-4947-9325-636D16C10BE1}" type="presParOf" srcId="{DC514A50-8D10-4CFB-8D45-CF43A2634AC0}" destId="{2C564D71-4396-4C86-A960-AC8B57B7E981}" srcOrd="2" destOrd="0" presId="urn:microsoft.com/office/officeart/2018/2/layout/IconVerticalSolidList"/>
    <dgm:cxn modelId="{1FBCE17F-CC99-4C27-BA8B-843B95BB04A7}" type="presParOf" srcId="{DC514A50-8D10-4CFB-8D45-CF43A2634AC0}" destId="{3DF5A495-E39F-43BD-8237-9B6815C19AF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F896B70-D605-4D77-BDFE-323269EDD07E}">
      <dsp:nvSpPr>
        <dsp:cNvPr id="0" name=""/>
        <dsp:cNvSpPr/>
      </dsp:nvSpPr>
      <dsp:spPr>
        <a:xfrm>
          <a:off x="0" y="511"/>
          <a:ext cx="9829799" cy="119622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E3D409-6B7D-4838-B358-6C3BDB709C15}">
      <dsp:nvSpPr>
        <dsp:cNvPr id="0" name=""/>
        <dsp:cNvSpPr/>
      </dsp:nvSpPr>
      <dsp:spPr>
        <a:xfrm>
          <a:off x="361859" y="269662"/>
          <a:ext cx="657926" cy="65792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C7C01AD-FCE9-489B-AB59-2B1D6FB38AB3}">
      <dsp:nvSpPr>
        <dsp:cNvPr id="0" name=""/>
        <dsp:cNvSpPr/>
      </dsp:nvSpPr>
      <dsp:spPr>
        <a:xfrm>
          <a:off x="1381644" y="511"/>
          <a:ext cx="8448154" cy="1196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01" tIns="126601" rIns="126601" bIns="1266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Celkový cíl: </a:t>
          </a:r>
          <a:r>
            <a:rPr lang="cs-CZ" sz="2500" b="1" kern="1200"/>
            <a:t>102</a:t>
          </a:r>
          <a:r>
            <a:rPr lang="cs-CZ" sz="2500" kern="1200"/>
            <a:t> karet</a:t>
          </a:r>
          <a:endParaRPr lang="en-US" sz="2500" kern="1200"/>
        </a:p>
      </dsp:txBody>
      <dsp:txXfrm>
        <a:off x="1381644" y="511"/>
        <a:ext cx="8448154" cy="1196229"/>
      </dsp:txXfrm>
    </dsp:sp>
    <dsp:sp modelId="{7E376DF5-BCAA-4134-A795-91D19168B11E}">
      <dsp:nvSpPr>
        <dsp:cNvPr id="0" name=""/>
        <dsp:cNvSpPr/>
      </dsp:nvSpPr>
      <dsp:spPr>
        <a:xfrm>
          <a:off x="0" y="1495797"/>
          <a:ext cx="9829799" cy="119622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0D2B232-7919-4364-B00C-CA30A2B924D1}">
      <dsp:nvSpPr>
        <dsp:cNvPr id="0" name=""/>
        <dsp:cNvSpPr/>
      </dsp:nvSpPr>
      <dsp:spPr>
        <a:xfrm>
          <a:off x="361859" y="1764949"/>
          <a:ext cx="657926" cy="65792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238EE6D-5646-448C-B545-00FDEEAC4239}">
      <dsp:nvSpPr>
        <dsp:cNvPr id="0" name=""/>
        <dsp:cNvSpPr/>
      </dsp:nvSpPr>
      <dsp:spPr>
        <a:xfrm>
          <a:off x="1381644" y="1495797"/>
          <a:ext cx="8448154" cy="1196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01" tIns="126601" rIns="126601" bIns="1266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/>
            <a:t>Prodáno: </a:t>
          </a:r>
          <a:r>
            <a:rPr lang="cs-CZ" sz="2500" b="1" kern="1200"/>
            <a:t>86 </a:t>
          </a:r>
          <a:r>
            <a:rPr lang="cs-CZ" sz="2500" kern="1200"/>
            <a:t>karet</a:t>
          </a:r>
          <a:endParaRPr lang="en-US" sz="2500" kern="1200"/>
        </a:p>
      </dsp:txBody>
      <dsp:txXfrm>
        <a:off x="1381644" y="1495797"/>
        <a:ext cx="8448154" cy="1196229"/>
      </dsp:txXfrm>
    </dsp:sp>
    <dsp:sp modelId="{7CA86AC2-0E8A-41DC-9CA6-5175BA036161}">
      <dsp:nvSpPr>
        <dsp:cNvPr id="0" name=""/>
        <dsp:cNvSpPr/>
      </dsp:nvSpPr>
      <dsp:spPr>
        <a:xfrm>
          <a:off x="0" y="2991084"/>
          <a:ext cx="9829799" cy="1196229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69E699F-4F7B-444F-928B-418AC5E228B9}">
      <dsp:nvSpPr>
        <dsp:cNvPr id="0" name=""/>
        <dsp:cNvSpPr/>
      </dsp:nvSpPr>
      <dsp:spPr>
        <a:xfrm>
          <a:off x="361859" y="3260236"/>
          <a:ext cx="657926" cy="65792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F5A495-E39F-43BD-8237-9B6815C19AF5}">
      <dsp:nvSpPr>
        <dsp:cNvPr id="0" name=""/>
        <dsp:cNvSpPr/>
      </dsp:nvSpPr>
      <dsp:spPr>
        <a:xfrm>
          <a:off x="1381644" y="2991084"/>
          <a:ext cx="8448154" cy="11962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6601" tIns="126601" rIns="126601" bIns="12660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cs-CZ" sz="2500" kern="1200" dirty="0"/>
            <a:t>Plnění: </a:t>
          </a:r>
          <a:r>
            <a:rPr lang="cs-CZ" sz="2500" b="1" kern="1200" dirty="0"/>
            <a:t>84%</a:t>
          </a:r>
          <a:endParaRPr lang="en-US" sz="2500" kern="1200" dirty="0"/>
        </a:p>
      </dsp:txBody>
      <dsp:txXfrm>
        <a:off x="1381644" y="2991084"/>
        <a:ext cx="8448154" cy="11962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00CB354-6ABA-499C-B6AB-92DB6F343688}" type="datetime1">
              <a:rPr lang="cs-CZ" smtClean="0"/>
              <a:t>17.11.2025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F8ED99B-9732-49FC-9C16-B56FEB1B109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3146626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cs-CZ" noProof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6668639-2D2B-4ACD-98F6-0210E2134EFF}" type="datetime1">
              <a:rPr lang="cs-CZ" noProof="0" smtClean="0"/>
              <a:t>17.11.2025</a:t>
            </a:fld>
            <a:endParaRPr lang="cs-CZ" noProof="0"/>
          </a:p>
        </p:txBody>
      </p:sp>
      <p:sp>
        <p:nvSpPr>
          <p:cNvPr id="4" name="Zástupný symbol obrázku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382588" y="685800"/>
            <a:ext cx="609282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cs-CZ" noProof="0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 dirty="0"/>
              <a:t>Upravte styly předlohy textu.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F93199CD-3E1B-4AE6-990F-76F925F5EA9F}" type="slidenum">
              <a:rPr lang="cs-CZ" noProof="0" smtClean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427657982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139070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098407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F93199CD-3E1B-4AE6-990F-76F925F5EA9F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5677693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520824" y="1600200"/>
            <a:ext cx="5945188" cy="3048000"/>
          </a:xfrm>
        </p:spPr>
        <p:txBody>
          <a:bodyPr rtlCol="0" anchor="b">
            <a:normAutofit/>
          </a:bodyPr>
          <a:lstStyle>
            <a:lvl1pPr rtl="0">
              <a:lnSpc>
                <a:spcPct val="80000"/>
              </a:lnSpc>
              <a:defRPr sz="6600">
                <a:solidFill>
                  <a:schemeClr val="tx1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noProof="0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520825" y="4898572"/>
            <a:ext cx="5945187" cy="1270453"/>
          </a:xfrm>
        </p:spPr>
        <p:txBody>
          <a:bodyPr rtlCol="0">
            <a:noAutofit/>
          </a:bodyPr>
          <a:lstStyle>
            <a:lvl1pPr marL="0" indent="0" algn="l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cs-CZ" dirty="0"/>
          </a:p>
        </p:txBody>
      </p:sp>
      <p:cxnSp>
        <p:nvCxnSpPr>
          <p:cNvPr id="6" name="Přímá spojnice 5"/>
          <p:cNvCxnSpPr/>
          <p:nvPr/>
        </p:nvCxnSpPr>
        <p:spPr>
          <a:xfrm>
            <a:off x="1658936" y="4782971"/>
            <a:ext cx="56546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Skupina 4"/>
          <p:cNvGrpSpPr/>
          <p:nvPr userDrawn="1"/>
        </p:nvGrpSpPr>
        <p:grpSpPr>
          <a:xfrm>
            <a:off x="7923213" y="0"/>
            <a:ext cx="4265612" cy="6858000"/>
            <a:chOff x="7923213" y="0"/>
            <a:chExt cx="4265612" cy="6858000"/>
          </a:xfrm>
        </p:grpSpPr>
        <p:pic>
          <p:nvPicPr>
            <p:cNvPr id="4" name="Obrázek 3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7923213" y="0"/>
              <a:ext cx="4265612" cy="6858000"/>
            </a:xfrm>
            <a:prstGeom prst="rect">
              <a:avLst/>
            </a:prstGeom>
          </p:spPr>
        </p:pic>
        <p:sp>
          <p:nvSpPr>
            <p:cNvPr id="13" name="Obdélník 12"/>
            <p:cNvSpPr/>
            <p:nvPr/>
          </p:nvSpPr>
          <p:spPr>
            <a:xfrm>
              <a:off x="7923213" y="0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cs-CZ" noProof="0"/>
            </a:p>
          </p:txBody>
        </p:sp>
      </p:grpSp>
    </p:spTree>
    <p:extLst>
      <p:ext uri="{BB962C8B-B14F-4D97-AF65-F5344CB8AC3E}">
        <p14:creationId xmlns:p14="http://schemas.microsoft.com/office/powerpoint/2010/main" val="949990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noProof="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1pPr>
              <a:defRPr/>
            </a:lvl1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noProof="0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B3549EB-B12C-4172-B518-57244E4B27FC}" type="datetime1">
              <a:rPr lang="cs-CZ" noProof="0" smtClean="0"/>
              <a:t>17.11.2025</a:t>
            </a:fld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cs-CZ" noProof="0"/>
              <a:t>‹#›</a:t>
            </a:fld>
            <a:endParaRPr lang="cs-CZ" noProof="0"/>
          </a:p>
        </p:txBody>
      </p:sp>
      <p:cxnSp>
        <p:nvCxnSpPr>
          <p:cNvPr id="7" name="Přímá spojnice 6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825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oddí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2410" y="2237096"/>
            <a:ext cx="8229601" cy="2411103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4800" b="0" cap="none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noProof="0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522412" y="4876800"/>
            <a:ext cx="8229601" cy="1292225"/>
          </a:xfrm>
        </p:spPr>
        <p:txBody>
          <a:bodyPr rtlCol="0"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none" baseline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grpSp>
        <p:nvGrpSpPr>
          <p:cNvPr id="7" name="Skupina 6"/>
          <p:cNvGrpSpPr/>
          <p:nvPr userDrawn="1"/>
        </p:nvGrpSpPr>
        <p:grpSpPr>
          <a:xfrm>
            <a:off x="11123611" y="0"/>
            <a:ext cx="1065214" cy="6868886"/>
            <a:chOff x="11123611" y="0"/>
            <a:chExt cx="1065214" cy="6868886"/>
          </a:xfrm>
        </p:grpSpPr>
        <p:pic>
          <p:nvPicPr>
            <p:cNvPr id="10" name="Obrázek 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123611" y="0"/>
              <a:ext cx="1065213" cy="6858000"/>
            </a:xfrm>
            <a:prstGeom prst="rect">
              <a:avLst/>
            </a:prstGeom>
          </p:spPr>
        </p:pic>
        <p:sp>
          <p:nvSpPr>
            <p:cNvPr id="12" name="Obdélník 11"/>
            <p:cNvSpPr/>
            <p:nvPr/>
          </p:nvSpPr>
          <p:spPr>
            <a:xfrm>
              <a:off x="11123612" y="10886"/>
              <a:ext cx="1065213" cy="6858000"/>
            </a:xfrm>
            <a:prstGeom prst="rect">
              <a:avLst/>
            </a:prstGeom>
            <a:gradFill flip="none" rotWithShape="1">
              <a:gsLst>
                <a:gs pos="75000">
                  <a:schemeClr val="tx2">
                    <a:alpha val="0"/>
                  </a:schemeClr>
                </a:gs>
                <a:gs pos="100000">
                  <a:schemeClr val="tx2">
                    <a:alpha val="25000"/>
                  </a:scheme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rtl="0"/>
              <a:endParaRPr lang="cs-CZ" noProof="0"/>
            </a:p>
          </p:txBody>
        </p:sp>
      </p:grp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E85539B-A6DA-40D3-8CDA-BEEFB611484E}" type="datetime1">
              <a:rPr lang="cs-CZ" noProof="0" smtClean="0"/>
              <a:t>17.11.2025</a:t>
            </a:fld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cs-CZ" noProof="0"/>
              <a:t>‹#›</a:t>
            </a:fld>
            <a:endParaRPr lang="cs-CZ" noProof="0"/>
          </a:p>
        </p:txBody>
      </p:sp>
      <p:cxnSp>
        <p:nvCxnSpPr>
          <p:cNvPr id="9" name="Přímá spojnice 8"/>
          <p:cNvCxnSpPr/>
          <p:nvPr/>
        </p:nvCxnSpPr>
        <p:spPr>
          <a:xfrm>
            <a:off x="1658936" y="4782971"/>
            <a:ext cx="80168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18133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ě obsahové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 rtlCol="0"/>
          <a:lstStyle>
            <a:lvl1pPr rtl="0"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noProof="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1488168" y="1984248"/>
            <a:ext cx="4800600" cy="4187952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noProof="0" dirty="0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551612" y="1984248"/>
            <a:ext cx="4800601" cy="4187952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noProof="0" dirty="0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AC9B051-481B-415B-B6DB-3DA8ADC238DF}" type="datetime1">
              <a:rPr lang="cs-CZ" noProof="0" smtClean="0"/>
              <a:t>17.11.2025</a:t>
            </a:fld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cs-CZ" noProof="0"/>
              <a:t>‹#›</a:t>
            </a:fld>
            <a:endParaRPr lang="cs-CZ" noProof="0"/>
          </a:p>
        </p:txBody>
      </p:sp>
      <p:cxnSp>
        <p:nvCxnSpPr>
          <p:cNvPr id="8" name="Přímá spojnice 7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5340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8" cy="1219200"/>
          </a:xfrm>
        </p:spPr>
        <p:txBody>
          <a:bodyPr rtlCol="0"/>
          <a:lstStyle>
            <a:lvl1pPr rtl="0"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noProof="0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522413" y="1828800"/>
            <a:ext cx="4800600" cy="838200"/>
          </a:xfrm>
        </p:spPr>
        <p:txBody>
          <a:bodyPr rtlCol="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1522413" y="2743200"/>
            <a:ext cx="4800600" cy="3425825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noProof="0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551613" y="1828800"/>
            <a:ext cx="4800600" cy="838200"/>
          </a:xfrm>
        </p:spPr>
        <p:txBody>
          <a:bodyPr rtlCol="0" anchor="ctr">
            <a:noAutofit/>
          </a:bodyPr>
          <a:lstStyle>
            <a:lvl1pPr marL="0" indent="0">
              <a:spcBef>
                <a:spcPts val="0"/>
              </a:spcBef>
              <a:buNone/>
              <a:defRPr sz="2400" b="0" cap="none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551613" y="2743200"/>
            <a:ext cx="4800600" cy="3425825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noProof="0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BEE0CB84-1444-4679-B896-0487AFAD08CC}" type="datetime1">
              <a:rPr lang="cs-CZ" noProof="0" smtClean="0"/>
              <a:t>17.11.2025</a:t>
            </a:fld>
            <a:endParaRPr lang="cs-CZ" noProof="0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cs-CZ" noProof="0"/>
              <a:t>‹#›</a:t>
            </a:fld>
            <a:endParaRPr lang="cs-CZ" noProof="0"/>
          </a:p>
        </p:txBody>
      </p:sp>
      <p:cxnSp>
        <p:nvCxnSpPr>
          <p:cNvPr id="10" name="Přímá spojnice 9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841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noProof="0" dirty="0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8FC1DF7-5004-4B0F-877C-A10A03BF080A}" type="datetime1">
              <a:rPr lang="cs-CZ" noProof="0" smtClean="0"/>
              <a:t>17.11.2025</a:t>
            </a:fld>
            <a:endParaRPr lang="cs-CZ" noProof="0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cs-CZ" noProof="0"/>
              <a:t>‹#›</a:t>
            </a:fld>
            <a:endParaRPr lang="cs-CZ" noProof="0"/>
          </a:p>
        </p:txBody>
      </p:sp>
      <p:cxnSp>
        <p:nvCxnSpPr>
          <p:cNvPr id="6" name="Přímá spojnice 5"/>
          <p:cNvCxnSpPr/>
          <p:nvPr/>
        </p:nvCxnSpPr>
        <p:spPr>
          <a:xfrm>
            <a:off x="1658936" y="1709058"/>
            <a:ext cx="9617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6631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019BB1E-AE06-4F52-B9ED-E5CBD321CFFF}" type="datetime1">
              <a:rPr lang="cs-CZ" noProof="0" smtClean="0"/>
              <a:t>17.11.2025</a:t>
            </a:fld>
            <a:endParaRPr lang="cs-CZ" noProof="0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cs-CZ" noProof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3607540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7"/>
          </a:xfrm>
        </p:spPr>
        <p:txBody>
          <a:bodyPr rtlCol="0" anchor="b">
            <a:noAutofit/>
          </a:bodyPr>
          <a:lstStyle>
            <a:lvl1pPr algn="l" rtl="0">
              <a:lnSpc>
                <a:spcPct val="80000"/>
              </a:lnSpc>
              <a:defRPr sz="4000" b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noProof="0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6094414" y="685800"/>
            <a:ext cx="5257799" cy="5486400"/>
          </a:xfrm>
        </p:spPr>
        <p:txBody>
          <a:bodyPr rtlCol="0"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noProof="0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1800"/>
              </a:spcBef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5910E29-AC3C-4C33-AD19-79B42908B51F}" type="datetime1">
              <a:rPr lang="cs-CZ" noProof="0" smtClean="0"/>
              <a:t>17.11.2025</a:t>
            </a:fld>
            <a:endParaRPr lang="cs-CZ" noProof="0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cs-CZ" noProof="0"/>
              <a:t>‹#›</a:t>
            </a:fld>
            <a:endParaRPr lang="cs-CZ" noProof="0"/>
          </a:p>
        </p:txBody>
      </p:sp>
      <p:cxnSp>
        <p:nvCxnSpPr>
          <p:cNvPr id="8" name="Přímá spojnice 7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4981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2413" y="685800"/>
            <a:ext cx="4114800" cy="1925638"/>
          </a:xfrm>
        </p:spPr>
        <p:txBody>
          <a:bodyPr rtlCol="0" anchor="b">
            <a:normAutofit/>
          </a:bodyPr>
          <a:lstStyle>
            <a:lvl1pPr algn="l" rtl="0">
              <a:lnSpc>
                <a:spcPct val="80000"/>
              </a:lnSpc>
              <a:defRPr sz="4000" b="0" i="0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noProof="0" dirty="0"/>
          </a:p>
        </p:txBody>
      </p:sp>
      <p:sp>
        <p:nvSpPr>
          <p:cNvPr id="3" name="Zástupný symbol obrázku 2" descr="Prázdný zástupný symbol pro přidání obrázku Klikněte na zástupný symbol a vyberte obrázek, který chcete přidat."/>
          <p:cNvSpPr>
            <a:spLocks noGrp="1"/>
          </p:cNvSpPr>
          <p:nvPr>
            <p:ph type="pic" idx="1"/>
          </p:nvPr>
        </p:nvSpPr>
        <p:spPr>
          <a:xfrm>
            <a:off x="6025925" y="-50118"/>
            <a:ext cx="6172198" cy="6857999"/>
          </a:xfrm>
          <a:solidFill>
            <a:schemeClr val="bg2"/>
          </a:solidFill>
          <a:effectLst>
            <a:outerShdw blurRad="152400" dist="50800" dir="10800000" algn="r" rotWithShape="0">
              <a:prstClr val="black">
                <a:alpha val="25000"/>
              </a:prst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cs-CZ" noProof="0"/>
              <a:t>Kliknutím na ikonu přidáte obrázek.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522413" y="2895599"/>
            <a:ext cx="4114800" cy="1752601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buNone/>
              <a:defRPr sz="20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Po kliknutí můžete upravovat styly textu v předloze.</a:t>
            </a:r>
          </a:p>
        </p:txBody>
      </p:sp>
      <p:cxnSp>
        <p:nvCxnSpPr>
          <p:cNvPr id="10" name="Přímá spojnice 9"/>
          <p:cNvCxnSpPr/>
          <p:nvPr/>
        </p:nvCxnSpPr>
        <p:spPr>
          <a:xfrm>
            <a:off x="1658936" y="2743200"/>
            <a:ext cx="3902076" cy="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91721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 rtl="0"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noProof="0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>
            <a:lvl1pPr>
              <a:defRPr/>
            </a:lvl1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noProof="0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BB09325-9B4F-4558-809D-48C91F322E83}" type="datetime1">
              <a:rPr lang="cs-CZ" noProof="0" smtClean="0"/>
              <a:t>17.11.2025</a:t>
            </a:fld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cs-CZ" noProof="0"/>
              <a:t>‹#›</a:t>
            </a:fld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460095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9523412" y="646112"/>
            <a:ext cx="1828801" cy="5522913"/>
          </a:xfrm>
        </p:spPr>
        <p:txBody>
          <a:bodyPr vert="eaVert" rtlCol="0"/>
          <a:lstStyle>
            <a:lvl1pPr rtl="0"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rtl="0"/>
            <a:r>
              <a:rPr lang="cs-CZ"/>
              <a:t>Kliknutím lze upravit styl.</a:t>
            </a:r>
            <a:endParaRPr lang="cs-CZ" noProof="0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1522412" y="646112"/>
            <a:ext cx="7620000" cy="5522913"/>
          </a:xfrm>
        </p:spPr>
        <p:txBody>
          <a:bodyPr vert="eaVert" rtlCol="0"/>
          <a:lstStyle>
            <a:lvl1pPr>
              <a:defRPr/>
            </a:lvl1pPr>
          </a:lstStyle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noProof="0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99C3C36-CF8A-4836-8423-7EC9C906558A}" type="datetime1">
              <a:rPr lang="cs-CZ" noProof="0" smtClean="0"/>
              <a:t>17.11.2025</a:t>
            </a:fld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A013F82-EE5E-44EE-A61D-E31C6657F26F}" type="slidenum">
              <a:rPr lang="cs-CZ" noProof="0"/>
              <a:t>‹#›</a:t>
            </a:fld>
            <a:endParaRPr lang="cs-CZ" noProof="0"/>
          </a:p>
        </p:txBody>
      </p:sp>
      <p:cxnSp>
        <p:nvCxnSpPr>
          <p:cNvPr id="7" name="Přímá spojnice 6"/>
          <p:cNvCxnSpPr/>
          <p:nvPr/>
        </p:nvCxnSpPr>
        <p:spPr>
          <a:xfrm>
            <a:off x="9371012" y="762000"/>
            <a:ext cx="0" cy="5334000"/>
          </a:xfrm>
          <a:prstGeom prst="line">
            <a:avLst/>
          </a:prstGeom>
          <a:ln w="12700">
            <a:solidFill>
              <a:schemeClr val="accent1">
                <a:lumMod val="50000"/>
              </a:schemeClr>
            </a:solidFill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9035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cs-CZ" dirty="0"/>
              <a:t>Kliknutím lze upravit styl.</a:t>
            </a:r>
            <a:endParaRPr lang="cs-CZ" noProof="0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1522413" y="1981200"/>
            <a:ext cx="9829799" cy="418782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Upravte styly předlohy textu.</a:t>
            </a:r>
          </a:p>
          <a:p>
            <a:pPr lvl="1" rtl="0"/>
            <a:r>
              <a:rPr lang="cs-CZ" noProof="0" dirty="0"/>
              <a:t>Druhá úroveň</a:t>
            </a:r>
          </a:p>
          <a:p>
            <a:pPr lvl="2" rtl="0"/>
            <a:r>
              <a:rPr lang="cs-CZ" noProof="0" dirty="0"/>
              <a:t>Třetí úroveň</a:t>
            </a:r>
          </a:p>
          <a:p>
            <a:pPr lvl="3" rtl="0"/>
            <a:r>
              <a:rPr lang="cs-CZ" noProof="0" dirty="0"/>
              <a:t>Čtvrtá úroveň</a:t>
            </a:r>
          </a:p>
          <a:p>
            <a:pPr lvl="4" rtl="0"/>
            <a:r>
              <a:rPr lang="cs-CZ" noProof="0" dirty="0"/>
              <a:t>Pátá úroveň</a:t>
            </a:r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1522413" y="6400800"/>
            <a:ext cx="5954834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pPr rtl="0"/>
            <a:r>
              <a:rPr lang="cs-CZ" noProof="0"/>
              <a:t>Přidejte zápatí.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8228011" y="6400800"/>
            <a:ext cx="1548659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C49D0170-0ACE-4A15-8916-A333AD199D5E}" type="datetime1">
              <a:rPr lang="cs-CZ" noProof="0" smtClean="0"/>
              <a:t>17.11.2025</a:t>
            </a:fld>
            <a:endParaRPr lang="cs-CZ" noProof="0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10285411" y="6400800"/>
            <a:ext cx="1066802" cy="2762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pPr rtl="0"/>
            <a:fld id="{2A013F82-EE5E-44EE-A61D-E31C6657F26F}" type="slidenum">
              <a:rPr lang="cs-CZ" noProof="0" smtClean="0"/>
              <a:pPr rtl="0"/>
              <a:t>‹#›</a:t>
            </a:fld>
            <a:endParaRPr lang="cs-CZ" noProof="0"/>
          </a:p>
        </p:txBody>
      </p:sp>
      <p:pic>
        <p:nvPicPr>
          <p:cNvPr id="9" name="Obrázek 8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0"/>
            <a:ext cx="1065213" cy="6858000"/>
          </a:xfrm>
          <a:prstGeom prst="rect">
            <a:avLst/>
          </a:prstGeom>
        </p:spPr>
      </p:pic>
      <p:sp>
        <p:nvSpPr>
          <p:cNvPr id="10" name="Obdélník 9"/>
          <p:cNvSpPr/>
          <p:nvPr/>
        </p:nvSpPr>
        <p:spPr>
          <a:xfrm>
            <a:off x="1" y="0"/>
            <a:ext cx="1065213" cy="6858000"/>
          </a:xfrm>
          <a:prstGeom prst="rect">
            <a:avLst/>
          </a:prstGeom>
          <a:gradFill flip="none" rotWithShape="1">
            <a:gsLst>
              <a:gs pos="75000">
                <a:schemeClr val="tx2">
                  <a:alpha val="0"/>
                </a:schemeClr>
              </a:gs>
              <a:gs pos="100000">
                <a:schemeClr val="tx2">
                  <a:alpha val="25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cs-CZ" noProof="0"/>
          </a:p>
        </p:txBody>
      </p:sp>
    </p:spTree>
    <p:extLst>
      <p:ext uri="{BB962C8B-B14F-4D97-AF65-F5344CB8AC3E}">
        <p14:creationId xmlns:p14="http://schemas.microsoft.com/office/powerpoint/2010/main" val="1403059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accent1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23838" indent="-223838" algn="l" defTabSz="914400" rtl="0" eaLnBrk="1" latinLnBrk="0" hangingPunct="1">
        <a:lnSpc>
          <a:spcPct val="90000"/>
        </a:lnSpc>
        <a:spcBef>
          <a:spcPts val="18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11175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860425" indent="-174625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033463" indent="-173038" algn="l" defTabSz="914400" rtl="0" eaLnBrk="1" latinLnBrk="0" hangingPunct="1">
        <a:lnSpc>
          <a:spcPct val="90000"/>
        </a:lnSpc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207008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380744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554480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" indent="-173736" algn="l" defTabSz="914400" rtl="0" eaLnBrk="1" latinLnBrk="0" hangingPunct="1">
        <a:spcBef>
          <a:spcPts val="600"/>
        </a:spcBef>
        <a:buClr>
          <a:schemeClr val="tx1">
            <a:lumMod val="90000"/>
            <a:lumOff val="10000"/>
          </a:schemeClr>
        </a:buClr>
        <a:buSzPct val="80000"/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cs-CZ" dirty="0"/>
              <a:t>Kreditní karty banky YY </a:t>
            </a:r>
            <a:br>
              <a:rPr lang="cs-CZ" dirty="0"/>
            </a:br>
            <a:r>
              <a:rPr lang="cs-CZ" dirty="0"/>
              <a:t>Říjen 2025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cs-CZ" dirty="0" err="1"/>
              <a:t>Radílek</a:t>
            </a:r>
            <a:r>
              <a:rPr lang="cs-CZ" dirty="0"/>
              <a:t> s.r.o.</a:t>
            </a:r>
          </a:p>
        </p:txBody>
      </p:sp>
    </p:spTree>
    <p:extLst>
      <p:ext uri="{BB962C8B-B14F-4D97-AF65-F5344CB8AC3E}">
        <p14:creationId xmlns:p14="http://schemas.microsoft.com/office/powerpoint/2010/main" val="23201155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Nadpis 12"/>
          <p:cNvSpPr>
            <a:spLocks noGrp="1"/>
          </p:cNvSpPr>
          <p:nvPr>
            <p:ph type="title"/>
          </p:nvPr>
        </p:nvSpPr>
        <p:spPr>
          <a:xfrm>
            <a:off x="1522413" y="381000"/>
            <a:ext cx="1547663" cy="1219200"/>
          </a:xfrm>
        </p:spPr>
        <p:txBody>
          <a:bodyPr rtlCol="0"/>
          <a:lstStyle/>
          <a:p>
            <a:pPr rtl="0"/>
            <a:r>
              <a:rPr lang="cs-CZ" dirty="0"/>
              <a:t>Obsah</a:t>
            </a:r>
          </a:p>
        </p:txBody>
      </p:sp>
      <p:sp>
        <p:nvSpPr>
          <p:cNvPr id="11" name="Zástupný obsah 10">
            <a:extLst>
              <a:ext uri="{FF2B5EF4-FFF2-40B4-BE49-F238E27FC236}">
                <a16:creationId xmlns:a16="http://schemas.microsoft.com/office/drawing/2014/main" id="{CF0A98E6-AF3C-A745-5E18-0F06AB8F548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88168" y="1984248"/>
            <a:ext cx="4678252" cy="4187952"/>
          </a:xfrm>
        </p:spPr>
        <p:txBody>
          <a:bodyPr/>
          <a:lstStyle/>
          <a:p>
            <a:r>
              <a:rPr lang="cs-CZ" dirty="0"/>
              <a:t>Porovnání cílů a reálného plnění</a:t>
            </a:r>
          </a:p>
          <a:p>
            <a:r>
              <a:rPr lang="cs-CZ" dirty="0"/>
              <a:t>Rozbor plnění dle regionů</a:t>
            </a:r>
          </a:p>
        </p:txBody>
      </p:sp>
      <p:sp>
        <p:nvSpPr>
          <p:cNvPr id="12" name="Zástupný obsah 11">
            <a:extLst>
              <a:ext uri="{FF2B5EF4-FFF2-40B4-BE49-F238E27FC236}">
                <a16:creationId xmlns:a16="http://schemas.microsoft.com/office/drawing/2014/main" id="{E0426BAF-ED58-261A-A38B-D0DD39E301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2444" y="1984248"/>
            <a:ext cx="4969769" cy="4187952"/>
          </a:xfrm>
        </p:spPr>
        <p:txBody>
          <a:bodyPr/>
          <a:lstStyle/>
          <a:p>
            <a:r>
              <a:rPr lang="cs-CZ" dirty="0"/>
              <a:t>Data o obchodnících a záznamy jednotlivých prodejů</a:t>
            </a:r>
          </a:p>
          <a:p>
            <a:r>
              <a:rPr lang="cs-CZ" dirty="0"/>
              <a:t>Filtrováno na banku YY, kategorii karty a období Říjen 2025</a:t>
            </a:r>
          </a:p>
          <a:p>
            <a:r>
              <a:rPr lang="cs-CZ" dirty="0"/>
              <a:t>Vyřazeny 2 záznamy s nulovou hodnotou prodejce</a:t>
            </a:r>
          </a:p>
          <a:p>
            <a:endParaRPr lang="cs-CZ" dirty="0"/>
          </a:p>
        </p:txBody>
      </p:sp>
      <p:sp>
        <p:nvSpPr>
          <p:cNvPr id="14" name="Nadpis 12">
            <a:extLst>
              <a:ext uri="{FF2B5EF4-FFF2-40B4-BE49-F238E27FC236}">
                <a16:creationId xmlns:a16="http://schemas.microsoft.com/office/drawing/2014/main" id="{CB6B44C2-0065-0AB6-FA00-C927019796B1}"/>
              </a:ext>
            </a:extLst>
          </p:cNvPr>
          <p:cNvSpPr txBox="1">
            <a:spLocks/>
          </p:cNvSpPr>
          <p:nvPr/>
        </p:nvSpPr>
        <p:spPr>
          <a:xfrm>
            <a:off x="6382444" y="381000"/>
            <a:ext cx="4007296" cy="12192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kern="12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cs-CZ" dirty="0"/>
              <a:t>Původní data</a:t>
            </a:r>
          </a:p>
        </p:txBody>
      </p:sp>
    </p:spTree>
    <p:extLst>
      <p:ext uri="{BB962C8B-B14F-4D97-AF65-F5344CB8AC3E}">
        <p14:creationId xmlns:p14="http://schemas.microsoft.com/office/powerpoint/2010/main" val="2193902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522413" y="381000"/>
            <a:ext cx="9829799" cy="12192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cs-CZ" dirty="0"/>
              <a:t>Porovnání cílů s plněním</a:t>
            </a:r>
            <a:endParaRPr lang="cs-CZ"/>
          </a:p>
        </p:txBody>
      </p:sp>
      <p:graphicFrame>
        <p:nvGraphicFramePr>
          <p:cNvPr id="5" name="TextovéPole 2">
            <a:extLst>
              <a:ext uri="{FF2B5EF4-FFF2-40B4-BE49-F238E27FC236}">
                <a16:creationId xmlns:a16="http://schemas.microsoft.com/office/drawing/2014/main" id="{F12165EB-87C8-7E9B-1002-86689BEB5AB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8963495"/>
              </p:ext>
            </p:extLst>
          </p:nvPr>
        </p:nvGraphicFramePr>
        <p:xfrm>
          <a:off x="1522413" y="1981200"/>
          <a:ext cx="9829799" cy="41878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447595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96B81C1-1CD0-1485-99C7-E91B96BF46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Rozbor plnění dle regionů</a:t>
            </a:r>
          </a:p>
        </p:txBody>
      </p:sp>
      <p:graphicFrame>
        <p:nvGraphicFramePr>
          <p:cNvPr id="4" name="Zástupný obsah 3">
            <a:extLst>
              <a:ext uri="{FF2B5EF4-FFF2-40B4-BE49-F238E27FC236}">
                <a16:creationId xmlns:a16="http://schemas.microsoft.com/office/drawing/2014/main" id="{02FA5CF4-1982-784A-1865-448AD4FECC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99566495"/>
              </p:ext>
            </p:extLst>
          </p:nvPr>
        </p:nvGraphicFramePr>
        <p:xfrm>
          <a:off x="1522413" y="1916832"/>
          <a:ext cx="9829800" cy="468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064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472858-C54B-B0D0-3681-93ABC06CA4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0824" y="1600200"/>
            <a:ext cx="5945188" cy="3048000"/>
          </a:xfrm>
        </p:spPr>
        <p:txBody>
          <a:bodyPr anchor="b">
            <a:normAutofit/>
          </a:bodyPr>
          <a:lstStyle/>
          <a:p>
            <a:r>
              <a:rPr lang="cs-CZ" dirty="0"/>
              <a:t>Děkuji za pozornost</a:t>
            </a:r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7D1F5086-39CF-D204-6246-E3DF12F7E9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0825" y="4898572"/>
            <a:ext cx="5945187" cy="1270453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cs-CZ" dirty="0"/>
              <a:t>Pro bližší informace kontaktujte </a:t>
            </a:r>
            <a:r>
              <a:rPr lang="cs-CZ" b="1" dirty="0"/>
              <a:t>manazer@radilek.cz</a:t>
            </a:r>
            <a:endParaRPr lang="cs-CZ" b="1"/>
          </a:p>
        </p:txBody>
      </p:sp>
    </p:spTree>
    <p:extLst>
      <p:ext uri="{BB962C8B-B14F-4D97-AF65-F5344CB8AC3E}">
        <p14:creationId xmlns:p14="http://schemas.microsoft.com/office/powerpoint/2010/main" val="28187461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ESENTER_VERSION" val="6"/>
  <p:tag name="ARTICULATE_PROJECT_OPEN" val="0"/>
</p:tagLst>
</file>

<file path=ppt/theme/theme1.xml><?xml version="1.0" encoding="utf-8"?>
<a:theme xmlns:a="http://schemas.openxmlformats.org/drawingml/2006/main" name="Symboly měn 16:9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9314_TF02895262.potx" id="{75288FF5-6297-4183-8D43-3F2F05AE2F9F}" vid="{35DF52C8-9A9C-45C5-8D0A-B0D28C0F875C}"/>
    </a:ext>
  </a:extLst>
</a:theme>
</file>

<file path=ppt/theme/theme2.xml><?xml version="1.0" encoding="utf-8"?>
<a:theme xmlns:a="http://schemas.openxmlformats.org/drawingml/2006/main" name="Motiv Offic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Motiv Office">
  <a:themeElements>
    <a:clrScheme name="Currency Symbols">
      <a:dk1>
        <a:srgbClr val="303030"/>
      </a:dk1>
      <a:lt1>
        <a:sysClr val="window" lastClr="FFFFFF"/>
      </a:lt1>
      <a:dk2>
        <a:srgbClr val="000000"/>
      </a:dk2>
      <a:lt2>
        <a:srgbClr val="E8DEC9"/>
      </a:lt2>
      <a:accent1>
        <a:srgbClr val="F7C547"/>
      </a:accent1>
      <a:accent2>
        <a:srgbClr val="AB3C33"/>
      </a:accent2>
      <a:accent3>
        <a:srgbClr val="506084"/>
      </a:accent3>
      <a:accent4>
        <a:srgbClr val="599EA5"/>
      </a:accent4>
      <a:accent5>
        <a:srgbClr val="758F21"/>
      </a:accent5>
      <a:accent6>
        <a:srgbClr val="894A27"/>
      </a:accent6>
      <a:hlink>
        <a:srgbClr val="506084"/>
      </a:hlink>
      <a:folHlink>
        <a:srgbClr val="828282"/>
      </a:folHlink>
    </a:clrScheme>
    <a:fontScheme name="Currency Symbols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57000"/>
                <a:satMod val="101000"/>
              </a:schemeClr>
            </a:gs>
            <a:gs pos="50000">
              <a:schemeClr val="phClr">
                <a:lumMod val="137000"/>
                <a:satMod val="103000"/>
              </a:schemeClr>
            </a:gs>
            <a:gs pos="100000">
              <a:schemeClr val="phClr">
                <a:lumMod val="11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18000"/>
              </a:schemeClr>
            </a:gs>
            <a:gs pos="50000">
              <a:schemeClr val="phClr">
                <a:satMod val="89000"/>
                <a:lumMod val="91000"/>
              </a:schemeClr>
            </a:gs>
            <a:gs pos="100000">
              <a:schemeClr val="phClr">
                <a:lumMod val="6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Prezentace se symboly měn (širokoúhlý formát)</Template>
  <TotalTime>0</TotalTime>
  <Words>89</Words>
  <Application>Microsoft Office PowerPoint</Application>
  <PresentationFormat>Vlastní</PresentationFormat>
  <Paragraphs>21</Paragraphs>
  <Slides>5</Slides>
  <Notes>3</Notes>
  <HiddenSlides>0</HiddenSlides>
  <MMClips>0</MMClips>
  <ScaleCrop>false</ScaleCrop>
  <HeadingPairs>
    <vt:vector size="6" baseType="variant">
      <vt:variant>
        <vt:lpstr>Použitá písma</vt:lpstr>
      </vt:variant>
      <vt:variant>
        <vt:i4>2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5</vt:i4>
      </vt:variant>
    </vt:vector>
  </HeadingPairs>
  <TitlesOfParts>
    <vt:vector size="8" baseType="lpstr">
      <vt:lpstr>Arial</vt:lpstr>
      <vt:lpstr>Cambria</vt:lpstr>
      <vt:lpstr>Symboly měn 16:9</vt:lpstr>
      <vt:lpstr>Kreditní karty banky YY  Říjen 2025</vt:lpstr>
      <vt:lpstr>Obsah</vt:lpstr>
      <vt:lpstr>Porovnání cílů s plněním</vt:lpstr>
      <vt:lpstr>Rozbor plnění dle regionů</vt:lpstr>
      <vt:lpstr>Děkuji za pozornost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Antonín Višňák</dc:creator>
  <cp:lastModifiedBy>Antonín Višňák</cp:lastModifiedBy>
  <cp:revision>2</cp:revision>
  <dcterms:created xsi:type="dcterms:W3CDTF">2025-11-10T13:26:40Z</dcterms:created>
  <dcterms:modified xsi:type="dcterms:W3CDTF">2025-11-17T16:51:26Z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0x010100AA3F7D94069FF64A86F7DFF56D60E3BE</vt:lpwstr>
  </property>
</Properties>
</file>