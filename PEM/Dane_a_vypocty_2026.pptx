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836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</Words>
  <Application>Microsoft Office PowerPoint</Application>
  <PresentationFormat>Širokoúhlá obrazovka</PresentationFormat>
  <Paragraphs>17</Paragraphs>
  <Slides>17</Slides>
  <Notes>17</Notes>
  <HiddenSlides>0</HiddenSlides>
  <MMClips>0</MMClips>
  <ScaleCrop>false</ScaleCrop>
  <HeadingPairs>
    <vt:vector size="6" baseType="variant">
      <vt:variant>
        <vt:lpstr>Použitá písma</vt:lpstr>
      </vt:variant>
      <vt:variant>
        <vt:i4>1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Různé druhy daní a jejich výpočet</dc:title>
  <dc:subject>PptxGenJS Presentation</dc:subject>
  <dc:creator>Created by Marp</dc:creator>
  <cp:lastModifiedBy>Antonín Višňák</cp:lastModifiedBy>
  <cp:revision>1</cp:revision>
  <dcterms:created xsi:type="dcterms:W3CDTF">2026-05-04T09:25:08Z</dcterms:created>
  <dcterms:modified xsi:type="dcterms:W3CDTF">2026-05-04T09:26:11Z</dcterms:modified>
</cp:coreProperties>
</file>